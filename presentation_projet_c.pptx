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Système de suivi des stocks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7AE60"/>
                </a:solidFill>
              </a:rPr>
              <a:t>TP MongoDB — Optimisation BDD NoSQL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Kelvya  •  Maxime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</a:rPr>
              <a:t>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Présentation du sujet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Contexte &amp; données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</a:rPr>
              <a:t>Contexte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</a:rPr>
              <a:t>▸ Gérer les stocks d'une entreprise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</a:rPr>
              <a:t>▸ Suivre les fournisseurs et leurs délais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</a:rPr>
              <a:t>▸ Surveiller les commandes et leur statut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</a:rPr>
              <a:t>4 fonctionnalités obligatoires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</a:rPr>
              <a:t>▸ F1 — État du stock d'un produit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</a:rPr>
              <a:t>▸ F2 — Commandes bloquées (stock insuffisant)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</a:rPr>
              <a:t>▸ F3 — Délais de livraison par fournisseur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</a:rPr>
              <a:t>▸ F4 — Date de livraison d'une commande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89120"/>
            <a:ext cx="2560320" cy="1645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45720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7AE60"/>
                </a:solidFill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12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Produits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389120"/>
            <a:ext cx="2560320" cy="1645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91840" y="45720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7AE60"/>
                </a:solidFill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212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Fournisseurs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389120"/>
            <a:ext cx="2560320" cy="1645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7AE60"/>
                </a:solidFill>
              </a:rPr>
              <a:t>450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212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Commandes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4389120"/>
            <a:ext cx="2560320" cy="1645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0" y="45720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5212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Relations
fournisseurs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Choix technologiques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Stack utilisé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265176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7AE60"/>
                </a:solidFill>
              </a:rPr>
              <a:t>MongoDB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48840"/>
            <a:ext cx="246888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Base NoSQL orientée documents
CP selon le théorème de CAP
Idéale pour données hiérarchiques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63040"/>
            <a:ext cx="265176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840" y="1554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7AE60"/>
                </a:solidFill>
              </a:rPr>
              <a:t>PyMongo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148840"/>
            <a:ext cx="246888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83280" y="228600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Pilote natif Python
Accès direct aux collections
Agrégations &amp; 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63040"/>
            <a:ext cx="265176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554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7AE60"/>
                </a:solidFill>
              </a:rPr>
              <a:t>Flask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148840"/>
            <a:ext cx="246888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228600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Framework web Python léger
Routes = fonctionnalités métier
Templates Jinja2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463040"/>
            <a:ext cx="265176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554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7AE60"/>
                </a:solidFill>
              </a:rPr>
              <a:t>Python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148840"/>
            <a:ext cx="246888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228600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Langage unique front + back
Script d'import + app web
Facile à démontrer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Pourquoi MongoDB et pas SQL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Documents JSON natifs · Pas de jointures coûteuses · Dénormalisation · Schéma flexible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Architecture des collections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4 collections MongoDB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274320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3898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</a:rPr>
              <a:t>products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74519"/>
            <a:ext cx="274320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19202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product_id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3774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2834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2918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unit_price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374903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unit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2062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stock {}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1371600"/>
            <a:ext cx="274320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46120" y="13898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</a:rPr>
              <a:t>suppliers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1874519"/>
            <a:ext cx="274320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83279" y="19202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supplier_id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79" y="23774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79" y="2834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email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2918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phone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374903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country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79" y="42062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avg_delivery_days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371600"/>
            <a:ext cx="274320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0" y="13898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</a:rPr>
              <a:t>supplier_products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1874519"/>
            <a:ext cx="274320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55080" y="19202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sp_id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3774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supplier_id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834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supplier_name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2918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supplier_country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74903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product_id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2062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delivery_days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6634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unit_price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89720" y="1371600"/>
            <a:ext cx="274320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89720" y="13898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</a:rPr>
              <a:t>orders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89720" y="1874519"/>
            <a:ext cx="274320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26880" y="19202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order_id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23774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product_id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2834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product_name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32918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product_unit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3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quantity_ordered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42062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status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46634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order_date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5120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expected_delivery_date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55778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actual_delivery_date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7AE60"/>
                </a:solidFill>
              </a:rPr>
              <a:t>► Champ dénormalisé (embarqué depuis une autre collection)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Dénormalisation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Choix architectural clé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657600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AVANT — Modèle relationnel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  • products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  • stock (table séparée)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  • suppliers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  • supplier_products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  • orders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371600"/>
            <a:ext cx="36576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APRÈS — Dénormalisé MongoDB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  • products (+ stock embarqué)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  • suppliers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  • supplier_products (+ nom/pays)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  • orders (+ snapshot produit)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1A2E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97680"/>
            <a:ext cx="2286000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43434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Collection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4297680"/>
            <a:ext cx="3200400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Données embarquées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4297680"/>
            <a:ext cx="4114800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89320" y="43434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Bénéfice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54880"/>
            <a:ext cx="2286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48006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products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80" y="4754880"/>
            <a:ext cx="3200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0" y="4800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stock {}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4754880"/>
            <a:ext cx="4114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89320" y="48006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0 jointure pour l'état du stock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212080"/>
            <a:ext cx="2286000" cy="41148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52578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orders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80" y="5212080"/>
            <a:ext cx="3200400" cy="41148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0" y="52578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product_name, product_unit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5212080"/>
            <a:ext cx="4114800" cy="41148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89320" y="5257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Snapshot historique du produit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69280"/>
            <a:ext cx="2286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" y="5715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supplier_products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97480" y="5669280"/>
            <a:ext cx="3200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43200" y="5715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supplier_name, country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5669280"/>
            <a:ext cx="4114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89320" y="5715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Évite $lookup sur suppliers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Validation des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$jsonSchema sur la collection products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Garantit la structure de chaque document inséré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Erreur levée si un champ obligatoire manque ou a le mauvais type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Appliqué à la collection products au moment de sa création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80160"/>
            <a:ext cx="5577840" cy="51206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417319"/>
            <a:ext cx="530352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FF78"/>
                </a:solidFill>
                <a:latin typeface="Courier New"/>
              </a:rPr>
              <a:t>db.create_collection("products", validator={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"$jsonSchema": 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"bsonType": "object",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"required": ["product_id","name","category",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     "unit_price","unit","stock"],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"properties": 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"product_id": { "bsonType": "int"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"category":   { "bsonType": "string",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          "enum": ["Electronique","Alimentaire",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                   "Vetement","Outillage","Mobilier"]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"unit_price": { "bsonType": "double", "minimum": 0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"stock": 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"bsonType": "object",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"required": ["quantity","min_threshold"],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"properties": 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"quantity": { "bsonType": "int", "minimum": 0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Règles définies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bsonType → type strict (int, string, double…)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enum → valeurs autorisées pour category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minimum → unit_price ≥ 0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required → champs obligatoires dont stock {}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Vues MongoDB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Collections en lecture seule basées sur des pipelines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56616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389888"/>
            <a:ext cx="3566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vue_stock_status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Statut de chaque produit :
NORMAL / BAS / CRITIQUE
selon quantité vs seuil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371600"/>
            <a:ext cx="356616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51960" y="1389888"/>
            <a:ext cx="3566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vue_commandes_en_attente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92024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Toutes les commandes
avec statut PENDING
prêtes à filtrer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371600"/>
            <a:ext cx="356616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1389888"/>
            <a:ext cx="3566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vue_delais_fournisseurs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92024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Fournisseurs triés par
délai de livraison croissant
pour chaque produit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91840"/>
            <a:ext cx="11430000" cy="32918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429000"/>
            <a:ext cx="111556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FF78"/>
                </a:solidFill>
                <a:latin typeface="Courier New"/>
              </a:rPr>
              <a:t>db.create_collection("vue_stock_status", viewOn="products",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pipeline=[{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"$project": 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"_id": 0,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"nom": "$name",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"quantite": "$stock.quantity",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"seuil": "$stock.min_threshold",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"statut": { "$switch": { "branches": [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{ "case": { "$lt": ["$stock.quantity",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                  "$stock.min_threshold"]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"then": "CRITIQUE"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{ "case": { "$lt": ["$stock.quantity",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 {"$multiply": ["$stock.min_threshold", 2]}]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"then": "BAS" }],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"default": "NORMAL" }}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}]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F1 — État du stock d'un produit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etat_stock(db, product_id)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Requête directe — 0 jointure grâce au stock embarqué dans products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$switch calcule le statut : NORMAL / BAS / CRITIQUE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Seuil BAS = quantité &lt; 2× min_threshold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926080"/>
            <a:ext cx="6858000" cy="356616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658368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FF78"/>
                </a:solidFill>
                <a:latin typeface="Courier New"/>
              </a:rPr>
              <a:t>pipeline = [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"$match": { "product_id": product_id }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"$project": 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"_id": 0,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"nom":         "$name",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"quantite":    "$stock.quantity",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"seuil_min":   "$stock.min_threshold",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"statut": { "$switch": { "branches": [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{ "case": { "$lt": ["$stock.quantity",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                  "$stock.min_threshold"]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"then": "CRITIQUE — réapprovisionnement urgent"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{ "case": { "$lt": ["$stock.quantity",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 { "$multiply": ["$stock.min_threshold", 2] }]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"then": "BAS — surveiller" }],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"default": "NORMAL" }}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}}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9260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Résultat exemple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3337560"/>
            <a:ext cx="4297680" cy="22860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40" y="3474720"/>
            <a:ext cx="4023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78"/>
                </a:solidFill>
                <a:latin typeface="Courier New"/>
              </a:rPr>
              <a:t>{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"nom":      "Ordinateur portable",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"quantite": 447,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"seuil_min": 9,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"statut":   "NORMAL"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5760720"/>
            <a:ext cx="429768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79" y="57607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Démo → /stock sur l'application Flask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F2 — Commandes bloquées par manque de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commandes_bloquees(db)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$match status=PENDING → $lookup products → $unwind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$expr $gt : quantity_ordered &gt; stock.quantity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Calcule le manque = quantité commandée − stock disponible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51760"/>
            <a:ext cx="6858000" cy="38404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788920"/>
            <a:ext cx="658368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FF78"/>
                </a:solidFill>
                <a:latin typeface="Courier New"/>
              </a:rPr>
              <a:t>pipeline = [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"$match": { "status": "PENDING" }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"$lookup": 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"from":         "products",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"localField":   "product_id",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"foreignField": "product_id",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"as":           "produit"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}},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"$unwind": "$produit"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"$match": 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"$expr": { "$gt": ["$quantity_ordered",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             "$produit.stock.quantity"]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}},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"$project": 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"_id": 0,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"order_id":          1,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"produit":           "$product_name",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"quantite_commandee":"$quantity_ordered",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"stock_disponible":  "$produit.stock.quantity",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"manque": { "$subtract": ["$quantity_ordered",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                          "$produit.stock.quantity"]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}},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"$sort": { "date_commande": 1 }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6517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Résultat exemple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3063240"/>
            <a:ext cx="4297680" cy="22860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40" y="3200400"/>
            <a:ext cx="4023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78"/>
                </a:solidFill>
                <a:latin typeface="Courier New"/>
              </a:rPr>
              <a:t>{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"order_id": 42,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"produit":  "Clavier mécanique",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"quantite_commandee": 80,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"stock_disponible":   23,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"manque":             57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5760720"/>
            <a:ext cx="429768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79" y="57607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Démo → /commandes sur l'application Flask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F3 — Délais de livraison par fournisseur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delais_fournisseur(db, product_id)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Requête sans jointure — supplier_name et country déjà embarqués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Triée par delivery_days croissant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Affiche aussi le prix unitaire par fournisseur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51760"/>
            <a:ext cx="7772400" cy="38404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788920"/>
            <a:ext cx="749807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FF78"/>
                </a:solidFill>
                <a:latin typeface="Courier New"/>
              </a:rPr>
              <a:t>pipeline = [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"$match": { "product_id": product_id }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"$project": {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"_id": 0,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"fournisseur":  "$supplier_name",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"pays":         "$supplier_country",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"delai_jours":  "$delivery_days",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  "prix_unitaire":"$unit_price"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}},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"$sort": { "delai_jours": 1 }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]</a:t>
            </a:r>
          </a:p>
          <a:p>
            <a:endParaRPr sz="1000">
              <a:solidFill>
                <a:srgbClr val="A8FF78"/>
              </a:solidFill>
              <a:latin typeface="Courier New"/>
            </a:endParaRP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# Résultat pour product_id = 1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[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"fournisseur": "SpeedLog GmbH", "pays": "Allemagne",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"delai_jours": 2, "prix_unitaire": 285.00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"fournisseur": "TechPro Distribution", "pays": "Allemagne",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"delai_jours": 6, "prix_unitaire": 310.50 },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{ "fournisseur": "GlobalSupply Co", "pays": "Italie",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    "delai_jours": 14, "prix_unitaire": 172.76 }</a:t>
            </a:r>
          </a:p>
          <a:p>
            <a:r>
              <a:rPr sz="1000">
                <a:solidFill>
                  <a:srgbClr val="A8FF78"/>
                </a:solidFill>
                <a:latin typeface="Courier New"/>
              </a:rP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651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Sans dénormalisation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0632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$lookup obligatoire
sur suppliers
→ coût supplémentaire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2976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Avec dénormalisation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7091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supplier_name et country
déjà dans le document
→ 0 jointure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5760720"/>
            <a:ext cx="338328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Démo → /fournisseurs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F4 — Date de livraison d'une commande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date_livraison(db, order_id)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Si statut = DELIVERED → retourne actual_delivery_date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Sinon → retourne expected_delivery_date + fournisseur le plus rapide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find_one avec sort delivery_days=1 pour trouver le meilleur fournisseur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51760"/>
            <a:ext cx="7132320" cy="347472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788920"/>
            <a:ext cx="68580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FF78"/>
                </a:solidFill>
                <a:latin typeface="Courier New"/>
              </a:rPr>
              <a:t>order = db.orders.find_one({ "order_id": order_id })</a:t>
            </a:r>
          </a:p>
          <a:p>
            <a:endParaRPr sz="1100">
              <a:solidFill>
                <a:srgbClr val="A8FF78"/>
              </a:solidFill>
              <a:latin typeface="Courier New"/>
            </a:endParaRP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if order["status"] == "DELIVERED":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    return { "livraison_reelle": order["actual_delivery_date"] }</a:t>
            </a:r>
          </a:p>
          <a:p>
            <a:endParaRPr sz="1100">
              <a:solidFill>
                <a:srgbClr val="A8FF78"/>
              </a:solidFill>
              <a:latin typeface="Courier New"/>
            </a:endParaRP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# Commande non livrée : meilleur fournisseur disponible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meilleur = db.supplier_products.find_one(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    { "product_id": order["product_id"] },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    sort=[("delivery_days", 1)]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)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return {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    "statut":              order["status"],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    "livraison_prevue":    order["expected_delivery_date"],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    "fournisseur_rapide":  meilleur["supplier_name"],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    "delai_fournisseur":   meilleur["delivery_days"]</a:t>
            </a:r>
          </a:p>
          <a:p>
            <a:r>
              <a:rPr sz="1100">
                <a:solidFill>
                  <a:srgbClr val="A8FF78"/>
                </a:solidFill>
                <a:latin typeface="Courier New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6517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Commande livrée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063240"/>
            <a:ext cx="4023360" cy="9144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09560" y="3200400"/>
            <a:ext cx="374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78"/>
                </a:solidFill>
                <a:latin typeface="Courier New"/>
              </a:rPr>
              <a:t>{ "statut": "DELIVERED",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"livraison_reelle": "2025-07-11"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Commande en attente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526280"/>
            <a:ext cx="4023360" cy="13716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4663440"/>
            <a:ext cx="37490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78"/>
                </a:solidFill>
                <a:latin typeface="Courier New"/>
              </a:rPr>
              <a:t>{ "statut": "PENDING",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"livraison_prevue": "2025-09-03",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"fournisseur_rapide": "SpeedLog GmbH",</a:t>
            </a:r>
          </a:p>
          <a:p>
            <a:r>
              <a:rPr sz="1200">
                <a:solidFill>
                  <a:srgbClr val="A8FF78"/>
                </a:solidFill>
                <a:latin typeface="Courier New"/>
              </a:rPr>
              <a:t>  "delai_fournisseur": 2 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6035040"/>
            <a:ext cx="402336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0" y="603504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Démo → /livraison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Index &amp;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COLLSCAN → IXSCAN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256032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4447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Collection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360" y="1371600"/>
            <a:ext cx="27432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79" y="14447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Champ(s)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371600"/>
            <a:ext cx="164592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15000" y="14447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Type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1371600"/>
            <a:ext cx="32004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06640" y="14447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Usage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892807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965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products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1892807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79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product_id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892807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15000" y="1965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Simple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1892807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06640" y="1965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F1 — état du stock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414015"/>
            <a:ext cx="256032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24871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products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2414015"/>
            <a:ext cx="274320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26079" y="24871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stock.quantity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414015"/>
            <a:ext cx="164592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15000" y="2487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Simple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2414015"/>
            <a:ext cx="320040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06640" y="24871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Seuil critique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935224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300837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products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0360" y="2935224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926079" y="30083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category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2935224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715000" y="300837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Simple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60920" y="2935224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406640" y="30083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Filtrer par catégorie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3456432"/>
            <a:ext cx="256032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" y="352958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orders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80360" y="3456432"/>
            <a:ext cx="274320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926079" y="35295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456432"/>
            <a:ext cx="164592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715000" y="3529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Simple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60920" y="3456432"/>
            <a:ext cx="320040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406640" y="352958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F2 — PENDING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977639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0040" y="4050791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orders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80360" y="3977639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926079" y="4050791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(status, product_id)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3977639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715000" y="405079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Composé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60920" y="3977639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406640" y="405079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F2 optimisé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498848"/>
            <a:ext cx="256032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4572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supplier_products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80360" y="4498848"/>
            <a:ext cx="274320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926079" y="4572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product_id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4498848"/>
            <a:ext cx="164592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715000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Simple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60920" y="4498848"/>
            <a:ext cx="3200400" cy="457200"/>
          </a:xfrm>
          <a:prstGeom prst="rect">
            <a:avLst/>
          </a:prstGeom>
          <a:solidFill>
            <a:srgbClr val="EB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406640" y="4572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F3 — délais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020056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" y="50932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supplier_products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880360" y="5020056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926079" y="5093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(product_id, delivery_days)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0" y="5020056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715000" y="50932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Composé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60920" y="5020056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406640" y="50932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F3 + tri intégré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5897880"/>
            <a:ext cx="5029200" cy="5486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20040" y="5943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56204"/>
                </a:solidFill>
              </a:rPr>
              <a:t>Sans index → COLLSCAN (parcourt tous les documents)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0" y="5897880"/>
            <a:ext cx="6217920" cy="5486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715000" y="5943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5524"/>
                </a:solidFill>
              </a:rPr>
              <a:t>Avec index → IXSCAN (accès direct via l'index)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Front Web Flask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Architecture &amp; pages fonctionnelles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830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</a:rPr>
              <a:t>  web/app.py       — routes Flask + PyMongo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</a:rPr>
              <a:t>  web/templates/   — pages HTML (Jinja2)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</a:rPr>
              <a:t>  web/static/      — style CSS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</a:rPr>
              <a:t>  scripts/queries.py — fonctions d'agrégation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Lancement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251960"/>
            <a:ext cx="5029200" cy="82296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438912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8FF78"/>
                </a:solidFill>
                <a:latin typeface="Courier New"/>
              </a:rPr>
              <a:t>python web/app.py</a:t>
            </a:r>
          </a:p>
          <a:p>
            <a:r>
              <a:rPr sz="1300">
                <a:solidFill>
                  <a:srgbClr val="A8FF78"/>
                </a:solidFill>
                <a:latin typeface="Courier New"/>
              </a:rPr>
              <a:t>→ http://localhost:5000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3716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Pages disponibles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783080"/>
            <a:ext cx="612648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9788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/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Accueil + stats globales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2606040"/>
            <a:ext cx="612648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97880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/stock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651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F1 — Recherche par produit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3429000"/>
            <a:ext cx="612648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97880" y="3474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/commandes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474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F2 — Commandes bloquées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4251960"/>
            <a:ext cx="612648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89788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/fournisseurs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F3 — Délais fournisseurs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5074920"/>
            <a:ext cx="612648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97880" y="5120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/livraison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1206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F4 — Suivi d'une commande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27AE60"/>
                </a:solidFill>
              </a:rPr>
              <a:t>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3657600"/>
            <a:ext cx="5788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A8FF78"/>
                </a:solidFill>
              </a:rPr>
              <a:t>python web/app.py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297680"/>
            <a:ext cx="5788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555555"/>
                </a:solidFill>
              </a:rPr>
              <a:t>http://localhost:5000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937760"/>
            <a:ext cx="48737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✓  F1 — État du stock d'un produit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✓  F2 — Commandes bloquées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✓  F3 — Délais fournisseurs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</a:rPr>
              <a:t>✓  F4 — Date de livraison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Bilan du projet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</a:rPr>
              <a:t>Ce qu'on a appris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NoSQL vs SQL : quand choisir MongoDB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Dénormalisation : éviter les jointures coûteuses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Pipelines d'agrégation ($match, $lookup, $project, $switch)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Index : COLLSCAN → IXSCAN, mesure avec explain()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Intégration PyMongo + Flask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74C3C"/>
                </a:solidFill>
              </a:rPr>
              <a:t>Limites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Données mockées (pas de mise à jour temps réel)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Dénormalisation complique les mises à jour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Pas d'authentification sur le front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74903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</a:rPr>
              <a:t>Pour aller plus loin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11480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Alertes automatiques si stock critique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Tableau de bord temps réel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API REST complète avec Flask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760720"/>
            <a:ext cx="11274552" cy="6400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57607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Merci pour votre attention  •  Kelvya &amp; Maxime  •  Projet C — Suivi des stocks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2231</Words>
  <Application>Microsoft Office PowerPoint</Application>
  <PresentationFormat>Personnalisé</PresentationFormat>
  <Paragraphs>364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Maxime LEFORT</cp:lastModifiedBy>
  <cp:revision>2</cp:revision>
  <dcterms:created xsi:type="dcterms:W3CDTF">2013-01-27T09:14:16Z</dcterms:created>
  <dcterms:modified xsi:type="dcterms:W3CDTF">2026-03-30T13:45:03Z</dcterms:modified>
  <cp:category/>
</cp:coreProperties>
</file>